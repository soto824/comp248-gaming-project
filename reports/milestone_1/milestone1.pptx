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COMP-248 · Project in Data Science · Milestone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Video Game?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Player Reception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Commercial Performance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22860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051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922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2331720"/>
            <a:ext cx="22860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3657600"/>
            <a:ext cx="22860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7033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Georgios Sotiridis  ·  Year 2, BSc in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attributes (genre, platform, year) are most associated with high global sales?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relationship between user/critic ratings and commercial success?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simple model classify games as successful or not?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with higher user ratings and belonging to specific genres such as Action or RPG are more likely to achieve higher global sales.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Additionally, simple classification models can reasonably distinguish successful games from unsuccessful ones.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COMP-248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069848"/>
            <a:ext cx="11887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1069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332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2024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64,016 records  ·  14 columns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61848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dataset for commercial success analysis — genre, platform, publisher, regional &amp; global sales figures.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86000"/>
            <a:ext cx="10972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2395728"/>
            <a:ext cx="1188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395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35915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Metacritic Games &amp; Reviews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6791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13,442 games  ·  1.6M reviews  ·  16 + 9 columns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9443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and user review scores. Used to examine the relationship between reception and sales performance.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10972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3721608"/>
            <a:ext cx="11887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721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36850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Games Dataset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0050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89,618 records  ·  47 columns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27024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PC-specific metadata including tags, pricing, playtime and aggregated review sentiment for modern games.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COMP-248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&amp; Early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65760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datasets loaded and inspected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irrelevant columns (e.g. img)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 — critic_score (~90%) and total_sales (~70%) heavily incomplete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Metacritic datasets via shared id column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EDA: genre sales, platform counts, metascore distribution, critic score vs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960120"/>
            <a:ext cx="44805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41148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5361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6072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1856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genre by total global sales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2606040"/>
            <a:ext cx="41148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6334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6072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953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 link between critic scores and sales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3703320"/>
            <a:ext cx="41148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7307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607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Metascore range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4050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vast majority of games fall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COMP-248  ·  Milestone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6692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Preprocessing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encode categorical variables, define the binary success label using a sales threshold.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6692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0876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EDA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5448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 over time, regional breakdowns, cross-dataset comparisons between Metacritic and Steam.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605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56692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2900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4747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Logistic Regression and Decision Tree models for binary classification of game success.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1605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26080"/>
            <a:ext cx="56692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42900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063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4747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cleaned data to Power BI to build interactive dashboards for the final presentation.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COMP-248  ·  Milestone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Makes a Successful Video Game? – Milestone 1</dc:title>
  <dc:subject>PptxGenJS Presentation</dc:subject>
  <dc:creator>PptxGenJS</dc:creator>
  <cp:lastModifiedBy>PptxGenJS</cp:lastModifiedBy>
  <cp:revision>1</cp:revision>
  <dcterms:created xsi:type="dcterms:W3CDTF">2026-03-29T16:42:23Z</dcterms:created>
  <dcterms:modified xsi:type="dcterms:W3CDTF">2026-03-29T16:42:23Z</dcterms:modified>
</cp:coreProperties>
</file>